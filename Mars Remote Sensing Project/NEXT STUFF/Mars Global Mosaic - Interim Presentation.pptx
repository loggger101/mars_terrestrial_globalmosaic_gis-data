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16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first two SVM maps checked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artefact; mostly elevation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Corrected stack; SVM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73.5%, κ 0.58 (5 × 5)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§31–32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096" y="5411427"/>
            <a:ext cx="1757404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580396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4066638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71538" y="1778000"/>
            <a:ext cx="6194962" cy="40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Viking separates dusty from rocky provinces by 54.4 DN (these five boxes)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Both THEMIS mosaics separate them by under 0.3 DN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They are contrast-stretched region by region: thermal contrast is local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8" y="6121400"/>
            <a:ext cx="61949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804" y="1676400"/>
            <a:ext cx="7212392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236" y="5411427"/>
            <a:ext cx="2114264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3536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A deep-learning model on the desktop GPU, once Esri's Deep Learning Libraries are installed; trained on the training split and scored on the held-out polygons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features; the deep-learning model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