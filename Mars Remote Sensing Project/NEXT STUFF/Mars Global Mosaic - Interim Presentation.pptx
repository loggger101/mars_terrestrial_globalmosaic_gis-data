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17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2–3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SVM maps checked; corrected stack scored held out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artefact, mostly elevation; then 73.5%, κ 0.58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§30–32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19–21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Deep learning: a box detector, then a U-Net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U-Net 98.9%, κ 0.98 held out: terrain provinces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detector that draws 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only, scored on the 183 held-out polygons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polygons found, 87.6% of boxes right, against 71.1% for always naming Crater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Ground: 22.7% found, 56.9% right; hills and lava tube never named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backbone unfrozen for 30 epochs: hills named, but Normal Ground found falls to 4.5%, so not improved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pixel classifier on the same stack and labels, over all of ±60°; a second pass offset 128 px removes its tile seams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out: 98.9%, κ 0.980, against the published SVM map's 73.8%, κ 0.583, under the same scorer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tube becomes usable: 77.1% user's accuracy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craters; the SVM map stays the published one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learning: the U-Net's province map stands beside the published SVM map; any further tuning first needs validation blocks of its own, so the held-out score stays a test (§66.5, §66.9)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Pro, the deep-learning detector and U-Net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