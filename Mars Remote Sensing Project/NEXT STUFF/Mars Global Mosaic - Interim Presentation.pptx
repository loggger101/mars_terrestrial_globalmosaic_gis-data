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16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deck and report are living builds from one source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 first two SVM maps checked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artefact; mostly elevation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3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Corrected stack; SVM scored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73.5%, κ 0.58 (5 × 5)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§31–32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2" y="1676400"/>
            <a:ext cx="8643775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red separates the dusty provinces from the rocky ones by 47.67 DN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THEMIS day and night IR: −0.19 and +0.02 DN; the index over seven provinces: −0.0009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province repeats the mosaic-wide mean and spread: contrast-stretched region by region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9828" y="5411427"/>
            <a:ext cx="2236672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101128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804" y="1676400"/>
            <a:ext cx="7212392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364" y="1676400"/>
            <a:ext cx="4105272" cy="3683000"/>
          </a:xfrm>
          <a:prstGeom prst="rect">
            <a:avLst/>
          </a:prstGeom>
        </p:spPr>
      </p:pic>
      <p:pic>
        <p:nvPicPr>
          <p:cNvPr id="5" name="Picture 4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958" y="5486400"/>
            <a:ext cx="171754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862025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 in both type areas; candidates can now be accepted or rejected in the attribute table (§46).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 and Athabasca Valles: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machine candidates against the reviewed features: the validation sheet (layout 14)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Hypothesis H2 again,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Deep learning past the first detector: scored on the held-out polygons, it beats always naming Crater (87.6% against 71.1%) but never names the two rare classes (§66.2)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Flow margins in visible against infrared at Athabasca, retested on digitised margins: hypothesis H1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 starts; desktop runs done: pyramids, ±60° crater and channel pass, 200 m map, T1 in Pro, the deep-learning detector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H1 and H2 on digitised features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