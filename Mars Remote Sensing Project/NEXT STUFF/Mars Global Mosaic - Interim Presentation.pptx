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26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and Athabasca Valles type areas;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all products overviewed, the four source globals in 26 min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the dead HiRISE link removed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labels, 200 m: 73.8%, κ 0.58 held out; seven classes proposed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candidates reviewable; validation sheet ready;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Robbins catalogue in the project (385,049); 465,354 closed depressions ≥ 1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17 layouts, from none, with graticules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Prospectus and Presentation 1 delivered; interim built to the 26 Oct cut; final paper and deck drafted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978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IR acquired; type-area stack; slope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inputs on one 100 m grid, 100% co-valid; slope in degrees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§15–20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Ius; basins at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closed depressions; 5,144 basins ≥ 20 km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2–3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SVM maps checked; corrected stack scored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artefact, mostly elevation; then 73.5%, κ 0.58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§30–32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6–7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Public repository; pixel = class code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Reference data, Athabasca, tests T1–T3 and T8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adds +1.3 points; ten layouts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§38–44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8–9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review; tests T4–T7; validation sheet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No support for H1–H3 or a tributary count; 12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§46–51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13–15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Desktop: pyramids; ±60° craters and channels ≥ 1 km; 180° DEM fix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465,354 closed depressions, 969,822 channel segments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§53–54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14–16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 classification; T1 with Pro's SVM; the published map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73.8%, κ 0.58; thermal adds +1.36 and +1.97 points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§55–57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19–21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Deep learning: a box detector, then a U-Net over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U-Net 98.9%, κ 0.98 held out: terrain provinces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§66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22–23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 512 labels audited; seven classes proposed (D17)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Five Crater labels are volcanoes; 1,086 proposals to review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§68–69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Where: the analysis extent and the two type areas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global60_locator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0_global60_locator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975" y="5411427"/>
            <a:ext cx="2116525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1275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±60° latitude, 86.6% of the planet: the THEMIS night mosaic's coverage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Ius Chasma, canyon and tributaries; Athabasca Valles, flood lava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Orange: volcanic units of the USGS geologic map, the lava-flow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§41, §42, §43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12" y="1676400"/>
            <a:ext cx="8643775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red separates the dusty provinces from the rocky ones by 47.67 DN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THEMIS day and night IR: −0.19 and +0.02 DN; the index over seven provinces: −0.0009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province repeats the mosaic-wide mean and spread: contrast-stretched region by region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Checked against calibrated thermal inertia (TES)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real thermal inertia across the planet (r −0.36)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and the diurnal-contrast index: a weak signal inside regions only (|r| ≈ 0.1)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carries none; across the planet the THEMIS pair says nothing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So the material signal is in visible albedo; thermal IR adds little at 3 km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§42.4, §43.1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090" y="1676400"/>
            <a:ext cx="8533820" cy="2921000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530" y="4724400"/>
            <a:ext cx="1684970" cy="1727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724400"/>
            <a:ext cx="8652830" cy="1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Closed depressions ≥ 1 km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global60_depress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8" y="1676400"/>
            <a:ext cx="4934824" cy="3683000"/>
          </a:xfrm>
          <a:prstGeom prst="rect">
            <a:avLst/>
          </a:prstGeom>
        </p:spPr>
      </p:pic>
      <p:pic>
        <p:nvPicPr>
          <p:cNvPr id="5" name="Picture 4" descr="11_global60_depress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398" y="5486400"/>
            <a:ext cx="111810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21969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465,354 closed depressions ≥ 1 km, from an 11-hour run on the desktop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Against Robbins: 15.3% are catalogued craters at ≥ 1 km, 62.2% at ≥ 5 km, 83.1% at ≥ 20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Below ~5 km their density follows the DEM's sharpness, not the craters (r −0.11)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map of large craters and a list of prompts, not a crater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global60_channel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2_global60_channel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11427"/>
            <a:ext cx="3810000" cy="354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652780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969,822 routed channel segments; orders 3–5 drawn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60.5% of stream cells discarded as fill artefact (Ius alone: 56%)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89.8% lie on ground under 2°: plateau channels are DEM noise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 channel reference exists at ±60°, so the network is not scored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03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km: only 11% match a catalogued (Robbins) crater, so they are prompts, not a crater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§26, §42.3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second type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athabasca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852" y="1676400"/>
            <a:ext cx="6388296" cy="3683000"/>
          </a:xfrm>
          <a:prstGeom prst="rect">
            <a:avLst/>
          </a:prstGeom>
        </p:spPr>
      </p:pic>
      <p:pic>
        <p:nvPicPr>
          <p:cNvPr id="5" name="Picture 4" descr="09_athabasca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2344" y="5486400"/>
            <a:ext cx="1224156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113644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Flood lava once mapped as a water channel; the USGS map calls it Late Amazonian volcanic (lAv)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stack, terrain and candidates as Ius: 3,283 channels, 409 rock-floored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against 1,760 and 2,183 on the older units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Calibrated TES inertia: the diurnal-contrast index does not track it (r ≈ 0); Viking albedo does (−0.55)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09" y="5411427"/>
            <a:ext cx="2364891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7972909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200 m, smoothed 11 × 11 (2.2 km): 73.8%,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Halving the cell bought no accuracy: 69.9% raw at 200 m, 70.5% at 400 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§55.3, §57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landform classes against the USGS geologic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8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819" y="1676400"/>
            <a:ext cx="8826361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cell: how much more often a class occurs in a unit group than across ±60° (×1 = no link)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"Lava tube" is not enriched on volcanic plains (×0.84) but on volcano flanks and aprons (×3.30, ×4.29)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76% of the volcanic plains come out Normal Ground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coherent terrain map, not a lava-flow map: lava flows come from the geologic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§43.2, §49, §57.1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rm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383" y="1676400"/>
            <a:ext cx="801523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Slope and relief alone: 68.6%, κ 0.51 held out; all seven bands: 67.0%, κ 0.50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thermal bands add +1.3 points (95% interval +0.6 to +2.2): real, but small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Without terrain, visible and thermal score below one class everywhere (58.6%)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labelled classes are landforms, so terrain decides them; the thermal claim needs material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thermal gain, confirmed with ArcGIS Pro's own SVM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1_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published model's settings, without each band group, over the whole ±60°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adds +1.36 points at 200 m (+0.46 to +2.47) and +1.97 at 400 m (+1.08 to +3.35)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It helps craters and hills and hurts lava tube; dropping visible or both groups leaves the score tied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Terrain alone ties the score but makes a poor crater map: 34 of 124 crater polygons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§56, §56.1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1: a detector that draws boxes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_x5_detect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RetinaNet on the 7-band stack, trained on the training blocks only, scored on the 183 held-out polygons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Crater: 41.9% of polygons found, 87.6% of boxes right, against 71.1% for always naming Crater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Ground: 22.7% found, 56.9% right; hills and lava tube never named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backbone unfrozen for 30 epochs: hills named, but Normal Ground found falls to 4.5%, so not improved</a:t>
            </a:r>
          </a:p>
        </p:txBody>
      </p:sp>
      <p:pic>
        <p:nvPicPr>
          <p:cNvPr id="6" name="Picture 5" descr="16_x5_detect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837525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§66.1, §66.2, §66.5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2: a U-Net maps terrain provinces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7_x5c_unet_province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pixel classifier on the same stack and labels, over all of ±60°; a second pass offset 128 px removes its tile seams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Held out: 98.9%, κ 0.980, against the published SVM map's 73.8%, κ 0.583, under the same scorer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Lava tube becomes usable: 77.1% user's accuracy against 2.4%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Provinces, not features: 'Crater' covers 82.6% of the ring round named craters; the SVM map stays the published one</a:t>
            </a:r>
          </a:p>
        </p:txBody>
      </p:sp>
      <p:pic>
        <p:nvPicPr>
          <p:cNvPr id="6" name="Picture 5" descr="17_x5c_unet_province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564783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§66.6–66.9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the infrared mosaics show lava-flow edges Viking misses? (H1)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5_ma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Profiles across the geologic map's lava contacts at Athabasca: does each band tell the units apart?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band does so only slightly more often than chance (10%): Viking red 12.3%, day IR 21.0%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leans toward H1, but the intervals overlap (difference +8.7 points, −1.7 to +18.1)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1:20 M map's contacts are kilometres wide: H1 is retested on margins digitised at 100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Is the composite more stable than a single band? (H3)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6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Iso Cluster trained on the west and the east half of Ius, compared over the whole window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composites are the least reproducible inputs: 0.40 and 0.38, against 0.61–0.89 for single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They give the smoothest maps, only just ahead of Viking (0.85 against 0.84)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H3 is not 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How many tributary orders does 100 m resolve? (Q5)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7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thresholds from 1 to 500 km² of catchment at Ius Chasma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highest stream order follows the threshold: 5 at 1 km², 3 at 50 km², 2 at 500 km²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Only 30.8–36.7% of first-order streams lie on slopes ≥ 2°, at every threshold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order count is a setting, not a property of the terrain: no answer the DEM supports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volcanic channels differ from fluvial ones? (H2)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4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024" y="1676400"/>
            <a:ext cx="9645952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candidates, Ius Chasma (fluvial) against Athabasca Valles (volcanic): 2,588 and 3,272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volcanic channels are shallower, not steeper: median 1.4 against 10.2 m per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response tells the two apart no better than chance (AUC 0.50)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H2 is not supported at this stage; the window, not the origin, sets the gradient; retested on reviewed 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§51.1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209449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4349" y="1676400"/>
            <a:ext cx="5052151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pic>
        <p:nvPicPr>
          <p:cNvPr id="6" name="Picture 5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349" y="4013200"/>
            <a:ext cx="3661076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14349" y="6121400"/>
            <a:ext cx="505215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thermal signal is weak where it can be checked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Against calibrated TES thermal inertia, the THEMIS mosaics keep only a weak local signal (|r| ≈ 0.1 within 15° blocks) and none across the planet; Viking albedo tracks it (r −0.31 to −0.36). In the classification the thermal bands add 1.3–2.0 points, with two classifiers (§40.1, §42.4, §43.1, §56).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landform classes are terrain classes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Slope and relief alone match all seven bands; against the geologic map the classes sit where terrain puts them, and "lava tube" marks volcano flanks, not lava plains (§40.1, §43.2).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Five "Crater" labels are volcanoes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Arsia Mons alone is 31% of the held-out Crater area; seven classes are proposed (§68.2).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come from the geologic map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Volcanic plains are not separable from other plains in these bands; a fifth "volcanic" class tested below chance. The USGS map's volcanic units are the lava-flow reference (§43.3, §44).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 depressions are not a crater count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Of the candidates ≥ 1 km, 11–13% in the type areas and 15.3% across ±60° are catalogued craters; from 5 km up most are (62.2%). Robbins (385,049 craters) is the crater reference (§42.3, §54.4).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Four hypotheses tested, none supported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No band separates the geologic map's lava contacts much better than chance (the map is too coarse to settle H1); the composite's classes are the least reproducible input (H3); no channel threshold keeps first-order streams on real slopes (Q5); the volcanic window's channels are shallower, and thermal response separates nothing (H2, stage 1) (§47, §51).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review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0 of 9,287 candidates are reviewed; H1 and H2 wait for digitised features (§46).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mosaic, a defective DEM column at 180° (§15–20, §54).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Review the 9,287 machine candidates at Ius Chasma and Athabasca Valles; draw breached craters and lava margins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the candidates against the reviewed features (layout 14); retest H1 on digitised margins and H2 on reviewed channels with their origin set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Seven classes (D17): the 1,086 proposed labels reviewed, then the SVM and U-Net rerun; both maps scored on the same held-out polygons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Deep learning: validation blocks of its own before any further tuning, so the held-out score stays a test (§66.5)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8–26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 runs done: pyramids, ±60° crater and channel pass, 200 m map, T1 in Pro, the deep-learning detector and U-Net; seven classes proposed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data cut: what is measured by now is in the interim; the rest goes to the final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27 Oct – 22 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Review and digitising; the seven-class labels and maps; H1 and H2 on digitised features; data freeze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