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26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out; seven classes proposed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17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Ius; basins at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depressions; 5,144 basins ≥ 20 km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2–3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SVM maps checked; corrected stack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artefact, mostly elevation; then 73.5%, κ 0.58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19–21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Deep learning: a box detector, then a U-Net over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U-Net 98.9%, κ 0.98 held out: terrain provinces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22–23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512 labels audited; seven classes proposed (D17)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Five Crater labels are volcanoes; 1,086 proposals to review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§68–69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090" y="1676400"/>
            <a:ext cx="8533820" cy="2921000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530" y="4724400"/>
            <a:ext cx="1684970" cy="1727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724400"/>
            <a:ext cx="8652830" cy="1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852" y="1676400"/>
            <a:ext cx="6388296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1: a detector that draws 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6_x5_detect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RetinaNet on the 7-band stack, trained on the training blocks only, scored on the 183 held-out polygons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Crater: 41.9% of polygons found, 87.6% of boxes right, against 71.1% for always naming Crater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Ground: 22.7% found, 56.9% right; hills and lava tube never named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backbone unfrozen for 30 epochs: hills named, but Normal Ground found falls to 4.5%, so not improved</a:t>
            </a:r>
          </a:p>
        </p:txBody>
      </p:sp>
      <p:pic>
        <p:nvPicPr>
          <p:cNvPr id="6" name="Picture 5" descr="16_x5_detect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837525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§66.1, §66.2, §66.5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Deep learning, 2: a U-Net maps terrain provinces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7_x5c_unet_province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609817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14717" y="1676400"/>
            <a:ext cx="4651783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pixel classifier on the same stack and labels, over all of ±60°; a second pass offset 128 px removes its tile seams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Held out: 98.9%, κ 0.980, against the published SVM map's 73.8%, κ 0.583, under the same scorer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Lava tube becomes usable: 77.1% user's accuracy against 2.4%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Provinces, not features: 'Crater' covers 82.6% of the ring round named craters; the SVM map stays the published one</a:t>
            </a:r>
          </a:p>
        </p:txBody>
      </p:sp>
      <p:pic>
        <p:nvPicPr>
          <p:cNvPr id="6" name="Picture 5" descr="17_x5c_unet_province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4717" y="4013200"/>
            <a:ext cx="1564783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14717" y="6121400"/>
            <a:ext cx="465178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§66.6–66.9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209449" cy="467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4349" y="1676400"/>
            <a:ext cx="5052151" cy="223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6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pic>
        <p:nvPicPr>
          <p:cNvPr id="6" name="Picture 5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349" y="4013200"/>
            <a:ext cx="3661076" cy="20573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14349" y="6121400"/>
            <a:ext cx="505215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Five "Crater" labels are volcanoes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Arsia Mons alone is 31% of the held-out Crater area; seven classes are proposed (§68.2).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review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0 of 9,287 candidates are reviewed; H1 and H2 wait for digitised features (§46).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Review the 9,287 machine candidates at Ius Chasma and Athabasca Valles; draw breached craters and lava margins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candidates against the reviewed features (layout 14); retest H1 on digitised margins and H2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Seven classes (D17): the 1,086 proposed labels reviewed, then the SVM and U-Net rerun; both maps scored on the same held-out polygons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Deep learning: validation blocks of its own before any further tuning, so the held-out score stays a test (§66.5)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 runs done: pyramids, ±60° crater and channel pass, 200 m map, T1 in Pro, the deep-learning detector and U-Net; seven classes proposed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data cut: what is measured by now is in the interim; the rest goes to the final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27 Oct – 22 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Review and digitising; the seven-class labels and maps; H1 and H2 on digitised features; data freeze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