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Interim Presentation · status as of 8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700" b="0" i="0">
                <a:solidFill>
                  <a:srgbClr val="000000"/>
                </a:solidFill>
                <a:latin typeface="Aptos"/>
              </a:rPr>
              <a:t>Assemble one co-registered visible and thermal-infrared mosaic of Mars in ArcGIS Pro, over the ±60° band the THEMIS night mosaic covers (86.6% of the surface), and use it to map lava flows, fluvial channels and impact craters.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2946400"/>
            <a:ext cx="10541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infrared, HRSC/MOLA topography, on a single grid over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and classify the three landform families from it, in a type area first (Ius Chasma) and then across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hand labels, the IAU crater gazetteer, and the USGS geologic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 against dark basalt. Keeps real regional differences (§28.10).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temperature: bright in visible = cool by day (r −0.49 at Ius, §18.3).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most independent band, |r| ≤ 0.12 (§18.3).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 (§20).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 local material discriminator inside one area; not thermal inertia, not planet-wide (§24, 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Three visible bands are one dimension (r 0.93–0.99); day IR adds a second, night IR a third. Effective dimensionality ≈ 3: the measured case for fusing them.   PROJECT-KNOWLEDGE.md §18.3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Tasks and Percent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3309"/>
                <a:gridCol w="2874818"/>
                <a:gridCol w="5749636"/>
                <a:gridCol w="766618"/>
                <a:gridCol w="766618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Where it stands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13 Sep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Now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Scope, targets and type area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Ius Chasma type area; ±60° extent decided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Raster acquisition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Three globals + THEMIS Night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Statistics, stretches, pyramids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All products overviewed; the four source globals still not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Grouped mosaic viewer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DEM terrain derivatives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Rebuilt in degrees, type area and ±60°; WARNING 000869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Image-gradient products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Renamed Gradient_*; not used further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Jezero context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Hosted services only; HiRISE link dead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±60° SVM on hand-drawn labels: 73.5%, κ 0.58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CRS harmonisation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one 100 m / 200 m grid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Visible + IR composite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type area; 7-band ±60° stack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Landform digitising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Classes ready and empty; 512 training polygons drawn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Crater inventory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Robbins catalogue in the project (385,049); 5,144 basins ≥ 20 km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Map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 layouts, from none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Report and presentations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Interim being rebuilt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Processing Completed Since the Last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267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3398"/>
                <a:gridCol w="4502951"/>
                <a:gridCol w="4093592"/>
                <a:gridCol w="921058"/>
              </a:tblGrid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Outcome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Type-area stack: four inputs on one 100 m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Composite in 8.8 s, 100% co-valid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acquired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14.14 GB, pixel-aligned with 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and hillshade rebuilt on a metric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degrees; z-factor warning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grids and diurnal contrast index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15.2 bn px in 36.3 min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Channel and crater candidates, Ius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2,610 channels; 1,685 closed depressions in 49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§25–26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Basins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5,144 ≥ 20 km in 48 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§28.11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24–30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Global composites in the Pro GUI (desktop)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successes: 2 h 52 m, 3 h 10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Hand-drawn training polygons; SVMs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classes; two ±60° maps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 first two SVM maps checked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Tile artefact; mostly elevation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3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Corrected stack; SVM scored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73.5%, κ 0.58 (5 × 5)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§31–32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6–8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Backup to GitHub; class codes; layout 08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Eight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§35–38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Preliminary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the data show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Every map is a layout in the ArcGIS project, exported fresh for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Four datasets on one 200 m grid for the first time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failed global Composite Bands is solved: project first, then bound the extent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Night-IR coverage sets the extent: 86.6% of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§18, §28.1, §38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 type area: visible and night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vi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168900" cy="3074082"/>
          </a:xfrm>
          <a:prstGeom prst="rect">
            <a:avLst/>
          </a:prstGeom>
        </p:spPr>
      </p:pic>
      <p:pic>
        <p:nvPicPr>
          <p:cNvPr id="5" name="Picture 4" descr="02_night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676400"/>
            <a:ext cx="5168900" cy="3074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877482"/>
            <a:ext cx="10541000" cy="159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271–286°E, 6–13°S: canyon walls, plateau, Louros Valles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grid, every pixel valid in all five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correlates |r| ≤ 0.12 with every other band: information no other layer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Can the thermal pair map material across ±60°?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4066638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71538" y="1778000"/>
            <a:ext cx="6194962" cy="40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Viking separates dusty from rocky provinces by 54.4 DN (these five boxes)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Both THEMIS mosaics separate them by under 0.3 DN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They are contrast-stretched region by region: thermal contrast is local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Planet-wide, visible albedo carries the material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8" y="6121400"/>
            <a:ext cx="619496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Craters at ±60°: closed depressions ≥ 20 km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9828" y="5411427"/>
            <a:ext cx="2236672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101128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basins found by fill depth in 48 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recovered, diameter within ±50%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Misses breached craters by construction: they are not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Chasma: candidates to digitise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ius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9" y="1676400"/>
            <a:ext cx="6192761" cy="3683000"/>
          </a:xfrm>
          <a:prstGeom prst="rect">
            <a:avLst/>
          </a:prstGeom>
        </p:spPr>
      </p:pic>
      <p:pic>
        <p:nvPicPr>
          <p:cNvPr id="5" name="Picture 4" descr="06_ius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86400"/>
            <a:ext cx="3810000" cy="603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6527800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Fill raised the canyon floor 2,077 m; 56% of the first channel network was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188 channel candidates are steep and rock-floored: the place to start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1,685 closed depressions ≥ 1 km: only 11% match a catalogued (Robbins) crater, so they are prompts, not a crater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§25, §26, §42.3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Athabasca Valles: the second type area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athabasca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804" y="1676400"/>
            <a:ext cx="7212392" cy="3683000"/>
          </a:xfrm>
          <a:prstGeom prst="rect">
            <a:avLst/>
          </a:prstGeom>
        </p:spPr>
      </p:pic>
      <p:pic>
        <p:nvPicPr>
          <p:cNvPr id="5" name="Picture 4" descr="09_athabasca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2344" y="5486400"/>
            <a:ext cx="1224156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113644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Flood lava once mapped as a water channel; the USGS map calls it Late Amazonian volcanic (lAv)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stack, terrain and candidates as Ius: 3,283 channels, 409 rock-floored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Catalogued craters: 1,122 per million km² on lAv, against 1,760 and 2,183 on the older units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Calibrated TES inertia: the diurnal-contrast index does not track it (r ≈ 0); Viking albedo does (−0.55)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Landforms at ±60°, scored on labels the model never saw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2236" y="5411427"/>
            <a:ext cx="2114264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3536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73.5%,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are solid; lava tube is not (2% user's)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§32.2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Does thermal infrared improve the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rm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383" y="1676400"/>
            <a:ext cx="8015233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Slope and relief alone: 68.6%, κ 0.52 held out; all seven bands: 67.0%, κ 0.50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thermal bands add +1.3 points (95% interval +0.6 to +2.2): real, but small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Without terrain, visible and thermal score below one class everywhere (58.6%)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labelled classes are landforms, so terrain decides them; the thermal claim needs material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Checking the first two classifications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svm_check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364" y="1676400"/>
            <a:ext cx="4105272" cy="3683000"/>
          </a:xfrm>
          <a:prstGeom prst="rect">
            <a:avLst/>
          </a:prstGeom>
        </p:spPr>
      </p:pic>
      <p:pic>
        <p:nvPicPr>
          <p:cNvPr id="5" name="Picture 4" descr="05_svm_check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8958" y="5486400"/>
            <a:ext cx="171754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862025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29 Sep map follows its 4096-px processing tiles, not the terrain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30 Sep map is mostly elevation: elevation alone reproduces 62% of it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Both led to the corrected stack: no elevation band, slope in degrees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Issues and Hurdles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Thermal contrast is local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Both THEMIS mosaics were stretched region by region, so day–night contrast works inside one area and fails across the planet. Calibrated thermal inertia is not derivable from them (§24, §28.10).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Lava flows have no reliable product yet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lava tube class is right 2% of the times it is mapped. Needs new labels or the USGS geologic map.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Digitising has not started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three landform classes are ready and empty; it is the critical path, and only judgement can do it.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Closed-depression craters only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Fill depth finds closed basins; breached craters, the fluvially modified ones, need hand mapping (§26.3).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250 GB on one USB drive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Reads cap near 112 MB/s, and the drive has dropped off mid-write; big outputs are built on internal disk first (§2.2, §36.4).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Solved since September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Three coordinate frames, the z-factor defect, four failed global composites, the missing night mosaic (§15, §18, §20).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Digitise Ius Chasma: accept or reject the machine candidates, then draw what they miss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Measure whether the thermal bands improve the classification, with the hand-drawn labels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Craters and channels ≥ 1 km across ±60° (a 7-hour resumable run)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A second type area at Athabasca Valles: flood lava once mapped as a water channel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against the USGS geologic map: the reference for lava flows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5500" y="4318000"/>
          <a:ext cx="10540999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91094"/>
                <a:gridCol w="8949905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8–25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starts; thermal test; ±60° crater and channel run; Athabasca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26 Oct – 1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crater and channel sheets; reference data scored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mid-Nov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presentation and report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14–22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Validation against the digitised landforms; lava-flow sheet; data freeze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 Nov – 4 Dec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report and presentation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Dec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due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