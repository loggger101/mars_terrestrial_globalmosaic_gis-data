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EE01-A273-41E9-936B-236C2F59B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A2B0E-B214-41DB-BA09-F3CE6BA36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A9E8-D148-49CA-8D97-9FE9C2C5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E727E-7FD5-40B8-B595-93B7E8A47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1A406-EDAF-4C4E-98F4-EDA81EC4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1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0D0C-6BB3-4D27-94BD-23F91510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854B-AB3E-42AD-BB83-698A567E6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0CBD-75D2-48A0-8F0B-C03DCAC7E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DA72-0B13-4C0B-A625-FC9A2B5D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892B-5C8F-49E7-8557-73111039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58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75BD-0CE1-4FD3-829E-3B48B624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9AEAF-E146-415B-9127-974ECA67F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87EB-FDCD-43B2-90CC-5B6448E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D7A7C-1C68-4EC9-BDAC-6DC266BC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42997-81F2-41B2-B61D-2FD98992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A982-DB73-45BB-BE90-02BB1218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7CFC-FCFD-4289-B8B3-EAA530CCF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CD3B9-9089-4AC7-9BEB-BE253F388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85CB9-D9F4-4936-990C-DD96B3F4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B7154-56A8-4A36-B049-9C13AE96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E7D61-8E87-4FA7-B622-AD6A4F28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6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C9F4-A1B7-4630-A780-A92F2073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89CEE-F274-4C63-A2FA-8EED41CCE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51EE0-2CAD-44E4-B80E-566A66D49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27708-ED4F-4C06-9C74-B4CB4CF4A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7D3156-8E5D-4D61-BD71-EB4C9E7ED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D068C-2795-4B93-A846-9B7BB127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AB3B7C-1DFD-4865-8F31-CC13CBBE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09153-DDF1-4AFB-95AB-4D3E0ABB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36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37C9-0E0C-4AD8-BAB1-99BF66F1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7ED72-0D4F-4286-87A1-73805268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03144-BBAA-4EF4-B28A-A5F01DF9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94F62-AF9B-4DF4-9114-72688E20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CC808B-9B26-42FB-9DA9-BFF903AF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EF259-542D-4017-BA94-6F2F53E4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8BE15-6FC0-4D78-B8C1-1AA7677F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23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1977-A1DE-4E53-8E65-11546EA0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1248-91BF-4AC9-BAAB-D0DB903F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7F64A-0E0C-4731-A0B7-022AD22E1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B6D8B-2BDB-4FB3-BEBD-BED2BAAC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80D26-3544-4078-A419-C396523F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31317-AA0D-49A7-84CC-6D2BDEC8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CB26C-A398-4054-9B06-93E2F52C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B0173-9B06-4BBD-A3D2-3E22C28E1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73E05-FA81-4B07-8EF8-6F380471B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B5867-3829-47A1-AF50-B7041A7E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B3F91-AE68-4622-8E65-6A1BA130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F7C51-636A-4F96-A29C-7FEE5571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52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8688-108F-4007-955A-C58E1F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6CFA3-9A2A-45BF-83F8-609EAF465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98BB-3774-4927-B209-231E5CFEA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11E1D-F9FB-4598-AFCD-DBF870B1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E5D3-6AFE-4516-8BCC-80EF7A801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00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42648-918F-4D36-973B-D658261DC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F1137-84B8-484A-9057-EFF30D6D1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2B14C-F904-4AC9-824B-6883FBCF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AC497-0E98-4115-A929-1342CF68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95555-9549-4B09-8F9F-8223ED33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673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4F882-8613-4F22-9A77-9C5B2850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A89B5-E08A-4B28-87EA-57AF24F4F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0878B-5C6D-4090-99EC-6AE1D9B44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F1FA9-050D-4147-9A03-CCDF8D05707B}" type="datetimeFigureOut">
              <a:rPr lang="en-US" smtClean="0"/>
              <a:t>11/12/2024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A39DA-984F-4EEC-A737-33E77DEAB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04157-3A06-427F-B9A9-2526A03D3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CC948-B74E-4B37-8F23-AE89E67C2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991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1C1422-51B4-4877-84D4-5A4878125D09}"/>
              </a:ext>
            </a:extLst>
          </p:cNvPr>
          <p:cNvSpPr txBox="1"/>
          <p:nvPr/>
        </p:nvSpPr>
        <p:spPr>
          <a:xfrm>
            <a:off x="1489230" y="2505670"/>
            <a:ext cx="218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 Investigators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3E725A-31E4-4E0D-9492-B52438AC7C97}"/>
              </a:ext>
            </a:extLst>
          </p:cNvPr>
          <p:cNvSpPr txBox="1"/>
          <p:nvPr/>
        </p:nvSpPr>
        <p:spPr>
          <a:xfrm>
            <a:off x="1540457" y="3798333"/>
            <a:ext cx="1446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Goals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98E83-9C7F-4EA4-92D3-08345AD68C0C}"/>
              </a:ext>
            </a:extLst>
          </p:cNvPr>
          <p:cNvSpPr txBox="1"/>
          <p:nvPr/>
        </p:nvSpPr>
        <p:spPr>
          <a:xfrm>
            <a:off x="3649346" y="428015"/>
            <a:ext cx="4792722" cy="392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Remote Sensing Project – Interim  Presentation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8176C-6376-438D-B75A-9153B93BC7DF}"/>
              </a:ext>
            </a:extLst>
          </p:cNvPr>
          <p:cNvSpPr txBox="1"/>
          <p:nvPr/>
        </p:nvSpPr>
        <p:spPr>
          <a:xfrm>
            <a:off x="1540457" y="1470858"/>
            <a:ext cx="1336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Title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976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B9246-8510-4CDF-A9A9-BC52360E2CFA}"/>
              </a:ext>
            </a:extLst>
          </p:cNvPr>
          <p:cNvSpPr txBox="1"/>
          <p:nvPr/>
        </p:nvSpPr>
        <p:spPr>
          <a:xfrm>
            <a:off x="3649346" y="428015"/>
            <a:ext cx="4792722" cy="392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Remote Sensing Project – Interim  Presentation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F415B-FF3A-4534-85D4-9A313F05F029}"/>
              </a:ext>
            </a:extLst>
          </p:cNvPr>
          <p:cNvSpPr txBox="1"/>
          <p:nvPr/>
        </p:nvSpPr>
        <p:spPr>
          <a:xfrm>
            <a:off x="1545949" y="2680581"/>
            <a:ext cx="420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List of Project Tasks and Percent Complete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03C3C-78A6-4663-BC3F-CB0F1173AEF2}"/>
              </a:ext>
            </a:extLst>
          </p:cNvPr>
          <p:cNvSpPr txBox="1"/>
          <p:nvPr/>
        </p:nvSpPr>
        <p:spPr>
          <a:xfrm>
            <a:off x="1577209" y="1710434"/>
            <a:ext cx="2476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Relevant Spectral Bands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292D2-4D57-4FAE-A427-B8CBF9D5610D}"/>
              </a:ext>
            </a:extLst>
          </p:cNvPr>
          <p:cNvSpPr txBox="1"/>
          <p:nvPr/>
        </p:nvSpPr>
        <p:spPr>
          <a:xfrm>
            <a:off x="1577209" y="4532109"/>
            <a:ext cx="2684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 issues and Hurdles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840CF-E201-00A9-2306-F5AC51D108DF}"/>
              </a:ext>
            </a:extLst>
          </p:cNvPr>
          <p:cNvSpPr txBox="1"/>
          <p:nvPr/>
        </p:nvSpPr>
        <p:spPr>
          <a:xfrm>
            <a:off x="1577209" y="3621851"/>
            <a:ext cx="325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Preliminary Results (if available)</a:t>
            </a:r>
          </a:p>
        </p:txBody>
      </p:sp>
    </p:spTree>
    <p:extLst>
      <p:ext uri="{BB962C8B-B14F-4D97-AF65-F5344CB8AC3E}">
        <p14:creationId xmlns:p14="http://schemas.microsoft.com/office/powerpoint/2010/main" val="375956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38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notebook7</dc:creator>
  <cp:lastModifiedBy>Gary Zarillo</cp:lastModifiedBy>
  <cp:revision>8</cp:revision>
  <dcterms:created xsi:type="dcterms:W3CDTF">2020-11-05T22:01:36Z</dcterms:created>
  <dcterms:modified xsi:type="dcterms:W3CDTF">2024-11-12T13:50:45Z</dcterms:modified>
</cp:coreProperties>
</file>